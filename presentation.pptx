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61" r:id="rId6"/>
    <p:sldId id="260" r:id="rId7"/>
    <p:sldId id="263" r:id="rId8"/>
    <p:sldId id="271" r:id="rId9"/>
    <p:sldId id="272" r:id="rId10"/>
    <p:sldId id="273" r:id="rId11"/>
    <p:sldId id="274" r:id="rId12"/>
    <p:sldId id="259" r:id="rId13"/>
    <p:sldId id="268" r:id="rId14"/>
    <p:sldId id="262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E9655-8E22-4E75-9139-61D63623FE8C}" type="datetimeFigureOut">
              <a:rPr lang="en-GB" smtClean="0"/>
              <a:t>24/06/2025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E6080-8A72-4958-B251-701B974C8B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995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E6080-8A72-4958-B251-701B974C8B7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415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E6080-8A72-4958-B251-701B974C8B7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4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55B9-6053-4210-927F-7E30ADE39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137D-73EE-4B04-9A94-FA2E76DC8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FE22-6A9F-4284-8DC4-921290CA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AAFA1-6A3E-4C85-9A56-258867A6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7BF80-434E-436C-A3F5-8FFD9651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465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19D9-BD90-4BFB-B43C-38D66688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7820F-5145-4197-AE48-C408039A6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1AA29-DB00-4F9A-8443-F1FA4662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53409-F919-485F-95D2-C825DEF0E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9580A-8076-4408-AB91-5F581C00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9078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3169-901D-495E-A17B-84551CDF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60D4-B2B9-4C4A-88C8-E6CC93E89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DFE62-5DAE-46AB-996F-46D9FFDD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9A816-2BC6-4CBC-B2AA-90DC20F10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071BD-8CFA-49EE-9B9D-7EF6EF1F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6135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F810-16CB-46B2-B851-E9808BAC4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51AED-6718-47CA-A459-954942517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728AC-24B6-4111-A6A3-2FE06F43B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5D3CD-A1A6-4031-A6C8-F88531FA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7992E-E07D-4592-AE76-96E201D1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18D24-B56F-4B55-9045-B192F3A7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9168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00E8-2099-47BA-B21C-4BC834E2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4B8BF-9E6E-4084-945C-778050A1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D9128-D570-45B9-9381-74D60859C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085AE-995D-491B-ABA8-B46011BA2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5F963-40FC-4B1F-9A17-0874A9B7C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FF50EB-3F51-44B6-A99E-D499236FD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DDC50-8AF6-4126-88BE-B8A76167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2504A-ABE5-4FA9-8245-3CE92891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6645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4BA3-7420-4963-BFA7-0B8370430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A563B-CD05-40F8-BB10-70971D33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2CE68-2BA5-4088-9B66-D70AE719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3024B-DFA6-4980-B952-2F545A87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3015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911FF-BDBC-404C-A0D2-8D05837E8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8C5226-11D0-4C20-B11E-530E3E2F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1AEE8-C119-4CFD-8FA4-30061DA1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90437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53518-6A97-4877-8E2C-C6DA56FE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AE73E-BF81-4ED1-A964-77A62ECF6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CFAA-8AE4-44DC-994C-0A3A17E4B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9A9D0-16EE-4E0B-8622-A9B3A183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6DE27-3C0F-4ED5-8254-EDB89021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3913C-C4CE-4C31-B517-108EA92D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881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460B3-8F58-432B-8926-719EBD4A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42671-2AEB-4810-9E7D-233D48AA3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C5215-74D1-41A4-A607-D31D8DA83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469C9-0DE0-4289-A9C9-736F49A2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F2D4C-6801-402B-8A99-01B1E893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F6B2F-E31A-480A-86FF-CCE653BA2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060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E748-83D2-4376-A3FC-17B603238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2D6B5-EA60-4B66-9389-A0A49504E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942AA-2BF4-4A4F-B940-94887244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DB3CF-651A-4B25-BEAF-D1172433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030C-5870-4B20-AAE0-3ED286AA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5300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09B09F-BBE0-425C-9C20-BB8692D01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D18B5-8512-4E9D-AD66-22B8AD071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68041-0EA3-4813-A77C-C233AA266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C167-B770-470D-A86B-C63A1642F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92BB1-F883-4C9A-8D88-C7512A27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8120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06EFD-B7BB-43D7-B6FF-67A72998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0A9DF-1A3A-4A22-AB16-0616BFEAA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75EFA-6B1F-4969-91AC-2EC5FDA0C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0C9F-965D-4CEF-9800-3B4261C54AE4}" type="datetimeFigureOut">
              <a:rPr lang="bg-BG" smtClean="0"/>
              <a:t>24.6.2025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E7EEE-22AF-4103-849C-FFF04AEFE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9C4EE-3BA1-4BD8-B6B9-ECC14C0B0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9D566-165D-4043-9430-C9AEDB8CB44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370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7CD38DC-8BE9-AD22-98CA-C5FA9B628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6753" y="1603904"/>
            <a:ext cx="7980005" cy="1825096"/>
          </a:xfrm>
        </p:spPr>
        <p:txBody>
          <a:bodyPr>
            <a:noAutofit/>
          </a:bodyPr>
          <a:lstStyle/>
          <a:p>
            <a:pPr algn="l"/>
            <a:r>
              <a:rPr lang="bg-BG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Уеб приложение за конвертиране на мерни единици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F012E2AB-0ED5-B612-8149-F93D1F14A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753" y="4109384"/>
            <a:ext cx="6445113" cy="1825095"/>
          </a:xfrm>
        </p:spPr>
        <p:txBody>
          <a:bodyPr>
            <a:normAutofit/>
          </a:bodyPr>
          <a:lstStyle/>
          <a:p>
            <a:pPr algn="l">
              <a:spcAft>
                <a:spcPts val="1200"/>
              </a:spcAft>
            </a:pPr>
            <a:r>
              <a:rPr lang="bg-BG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Дипломант</a:t>
            </a:r>
            <a:r>
              <a:rPr lang="bg-BG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Владислава Цанева; Ф.№ 213030</a:t>
            </a:r>
          </a:p>
          <a:p>
            <a:pPr algn="l">
              <a:spcAft>
                <a:spcPts val="1200"/>
              </a:spcAft>
            </a:pPr>
            <a:r>
              <a:rPr lang="bg-BG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Специалност</a:t>
            </a:r>
            <a:r>
              <a:rPr lang="bg-BG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Компютърни системи и технологии</a:t>
            </a:r>
          </a:p>
          <a:p>
            <a:pPr algn="l">
              <a:spcAft>
                <a:spcPts val="1200"/>
              </a:spcAft>
            </a:pPr>
            <a:r>
              <a:rPr lang="bg-BG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Научен ръководител</a:t>
            </a:r>
            <a:r>
              <a:rPr lang="bg-BG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гл. ас. д-р Павел Златаров</a:t>
            </a:r>
          </a:p>
        </p:txBody>
      </p:sp>
      <p:sp>
        <p:nvSpPr>
          <p:cNvPr id="4" name="Подзаглавие 2">
            <a:extLst>
              <a:ext uri="{FF2B5EF4-FFF2-40B4-BE49-F238E27FC236}">
                <a16:creationId xmlns:a16="http://schemas.microsoft.com/office/drawing/2014/main" id="{A488963E-11DF-EC45-07CE-3294A6C1D8EC}"/>
              </a:ext>
            </a:extLst>
          </p:cNvPr>
          <p:cNvSpPr txBox="1">
            <a:spLocks/>
          </p:cNvSpPr>
          <p:nvPr/>
        </p:nvSpPr>
        <p:spPr>
          <a:xfrm>
            <a:off x="741230" y="4853037"/>
            <a:ext cx="6173620" cy="494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bg-B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одзаглавие 2">
            <a:extLst>
              <a:ext uri="{FF2B5EF4-FFF2-40B4-BE49-F238E27FC236}">
                <a16:creationId xmlns:a16="http://schemas.microsoft.com/office/drawing/2014/main" id="{00F5FDAD-2164-480C-A8E5-B4C6F77AFA84}"/>
              </a:ext>
            </a:extLst>
          </p:cNvPr>
          <p:cNvSpPr txBox="1">
            <a:spLocks/>
          </p:cNvSpPr>
          <p:nvPr/>
        </p:nvSpPr>
        <p:spPr>
          <a:xfrm>
            <a:off x="741230" y="4307435"/>
            <a:ext cx="6173620" cy="494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bg-B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Заглавие 1">
            <a:extLst>
              <a:ext uri="{FF2B5EF4-FFF2-40B4-BE49-F238E27FC236}">
                <a16:creationId xmlns:a16="http://schemas.microsoft.com/office/drawing/2014/main" id="{B2EF6CD6-865E-4F31-8F25-8FDE04FBD5D3}"/>
              </a:ext>
            </a:extLst>
          </p:cNvPr>
          <p:cNvSpPr txBox="1">
            <a:spLocks/>
          </p:cNvSpPr>
          <p:nvPr/>
        </p:nvSpPr>
        <p:spPr>
          <a:xfrm>
            <a:off x="846753" y="654873"/>
            <a:ext cx="4497442" cy="7237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Дипломен проект</a:t>
            </a:r>
          </a:p>
        </p:txBody>
      </p:sp>
    </p:spTree>
    <p:extLst>
      <p:ext uri="{BB962C8B-B14F-4D97-AF65-F5344CB8AC3E}">
        <p14:creationId xmlns:p14="http://schemas.microsoft.com/office/powerpoint/2010/main" val="81439541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13C54F0-8E8E-0117-49FE-870AB6B2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883" y="167951"/>
            <a:ext cx="2750799" cy="1293028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23FECAB4-0928-8425-697C-6068C80C6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347" y="2420028"/>
            <a:ext cx="5634614" cy="2428492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Преобразуване на разнообразни по вид мерни единици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Прехвърляне между различни сайтове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История на предишни конверсии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E5CF4-02C1-4F83-8D08-F66A0A2D4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469" y="1803545"/>
            <a:ext cx="4631094" cy="36614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8294266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4D5873F-96A7-1DD0-3ABB-5E843601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547" y="121309"/>
            <a:ext cx="7416800" cy="1293028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Съществуващи решения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418DEE3-004E-BCAA-6755-CAF3E9528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59" y="4566133"/>
            <a:ext cx="8026887" cy="152249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Предимства – голям избор категории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Недостатъци – сложност; липса на профил и история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725FE-38FB-4F85-8AC3-2FABECBB3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02" y="1240239"/>
            <a:ext cx="3179456" cy="28550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618B81-6D9B-4840-8885-F9280F458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428" y="1224383"/>
            <a:ext cx="4008915" cy="31063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07222C-15DE-48CB-ADCC-6571B75280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413" y="1224383"/>
            <a:ext cx="4301685" cy="26754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11106877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0157-1002-441E-8E6F-7748FDF7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770" y="7268"/>
            <a:ext cx="4377612" cy="1293028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Цели и задачи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A037F-0CFE-44B6-975E-582E20191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21466"/>
            <a:ext cx="7638662" cy="4270817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</a:t>
            </a:r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обединяване на множество категории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bg-B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Интеграция на разнообразни мерни единици в единна система;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Опростяване на резултата;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Потребителски и администраторски профил;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Персонална потребитеска история на преобразувания.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C0A00-0A69-4600-B55B-C9D5A9C0C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5244" y="2470931"/>
            <a:ext cx="2571885" cy="2571885"/>
          </a:xfrm>
          <a:prstGeom prst="ellipse">
            <a:avLst/>
          </a:prstGeom>
          <a:ln w="63500" cap="rnd">
            <a:solidFill>
              <a:srgbClr val="7030A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5289152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930E59C-2746-208F-E0AD-3999FAC3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97" y="167560"/>
            <a:ext cx="8610600" cy="1293028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Функционални изисквания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B8ADABE-630C-4529-B78D-98652CCF2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481" y="2033344"/>
            <a:ext cx="5311853" cy="3239184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Регистрация и вписване в профил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Конвертиране на мерни единици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История на преобразуванията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Нулиране на парола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Администраторски профил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4D17F-352A-46E0-A15D-2E1727EB8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428" y="1873993"/>
            <a:ext cx="5737091" cy="35578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905639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3F22C29-0BEE-168F-8473-19AEE8464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192" y="122635"/>
            <a:ext cx="6756400" cy="1293028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Етапи на проектиране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BF16C39-8906-6665-2751-472F213DE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478" y="2199517"/>
            <a:ext cx="4150832" cy="288817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Проучване и анализ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Проектиране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Тестване и експлоатация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Поддръжка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2BBFC-3876-4B77-B535-6689C12DA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0310" y="2020560"/>
            <a:ext cx="3246086" cy="32460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042566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9BDBB87-FA03-4085-94D5-DC664CF71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1692" y="950271"/>
            <a:ext cx="8588614" cy="55577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71B40-F373-4EEA-9AFE-A35B7A749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929" y="169182"/>
            <a:ext cx="10008140" cy="515691"/>
          </a:xfrm>
        </p:spPr>
        <p:txBody>
          <a:bodyPr>
            <a:noAutofit/>
          </a:bodyPr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Диаграми на случаите на употреба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00662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3FB8C-4D6C-4323-B838-9EC5DE596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2941" y="425393"/>
            <a:ext cx="7346117" cy="60072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2575287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F214AD-EB2D-4E3C-B12A-7CA822943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619" y="0"/>
            <a:ext cx="3411682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D76958-B651-4663-B379-06D4CCEF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719" y="-297845"/>
            <a:ext cx="3551959" cy="2961735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Диаграми на дейностите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CD950C-BB46-40F3-95E2-7330B52BF0BE}"/>
              </a:ext>
            </a:extLst>
          </p:cNvPr>
          <p:cNvSpPr txBox="1"/>
          <p:nvPr/>
        </p:nvSpPr>
        <p:spPr>
          <a:xfrm>
            <a:off x="4842689" y="3195735"/>
            <a:ext cx="45160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Дейности при конвертиране на мерна единица</a:t>
            </a:r>
            <a:r>
              <a:rPr lang="en-US" sz="1400" dirty="0"/>
              <a:t> 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6264369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FCA357-F750-400F-B425-08983C1C3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0259" y="0"/>
            <a:ext cx="2046256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85B40B-0282-449B-95AA-73545B4BFEEF}"/>
              </a:ext>
            </a:extLst>
          </p:cNvPr>
          <p:cNvSpPr txBox="1"/>
          <p:nvPr/>
        </p:nvSpPr>
        <p:spPr>
          <a:xfrm>
            <a:off x="4646515" y="2274838"/>
            <a:ext cx="45160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Дейности при нулиране на потребителска парола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92795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E8D58-77FB-4BD8-AE08-FB9CDB96A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507" y="828833"/>
            <a:ext cx="9142983" cy="58133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4946F3-C437-4EBB-8E9E-01E4BD02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618" y="215835"/>
            <a:ext cx="9574763" cy="536588"/>
          </a:xfrm>
        </p:spPr>
        <p:txBody>
          <a:bodyPr>
            <a:noAutofit/>
          </a:bodyPr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Диаграма на последователностите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43057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3EF1FF3-C2CB-4913-8430-2DAAF443A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825" y="0"/>
            <a:ext cx="6400800" cy="1293028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Избор на технологии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2074A97E-ACD2-C8F0-0192-7CBF1465E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84" y="1293028"/>
            <a:ext cx="6598813" cy="270622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Интегрирана среда –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 Studio, ASP.NET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Езици за програмиране –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C#, HTML, CSS, JavaScript, SQL</a:t>
            </a:r>
            <a:endParaRPr lang="bg-BG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за управление на базата от данни -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SSMS</a:t>
            </a:r>
            <a:endParaRPr lang="bg-BG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0A1E4-25E0-4E84-9593-87B48165A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06" y="3999250"/>
            <a:ext cx="2194351" cy="2194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C777E0-C275-46AE-AC02-3F1264913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913" y="4242135"/>
            <a:ext cx="3040871" cy="17085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8E0C38-8296-4E3E-A71E-883D4C332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625" y="755061"/>
            <a:ext cx="3610169" cy="27896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677D55-F67C-437F-B8B1-37976050AD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9" y="3807485"/>
            <a:ext cx="2577879" cy="25778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3299607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4C2F-06E8-40F4-A833-22FE72238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7801" y="-141060"/>
            <a:ext cx="3976396" cy="1293028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D8156F-F6EB-4A21-BB9C-3F95C0F329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5605" y="894539"/>
            <a:ext cx="8360787" cy="57022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5903978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CBE2B0F-D2D9-6247-1963-1EF18FEB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24" y="87097"/>
            <a:ext cx="8610600" cy="1293028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 на базата от данни</a:t>
            </a:r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7D473EDB-0C83-7FDE-4BB8-9B0CB6C8B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024" y="1918223"/>
            <a:ext cx="11816481" cy="38854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0137022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4D1D5B5-04CE-46D1-9174-C9F0CD6B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54" y="119400"/>
            <a:ext cx="5223070" cy="1293028"/>
          </a:xfrm>
        </p:spPr>
        <p:txBody>
          <a:bodyPr/>
          <a:lstStyle/>
          <a:p>
            <a:pPr algn="ctr"/>
            <a:r>
              <a:rPr lang="bg-B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Бъдещи планове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0807F41-3DB1-34BD-9489-29F862536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95" y="1594220"/>
            <a:ext cx="6022312" cy="402412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Потребителят ще има право да променя детайли от историята на конверсии;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Възможност за добавяне на потребителски дефинирана мерна единица;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Споделяне на потребителската мерна единица с други потребители на системата чрез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</a:t>
            </a:r>
            <a:r>
              <a:rPr lang="bg-BG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код.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44032-27A9-46D9-B72C-DFBB3F7BC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602" y="1664931"/>
            <a:ext cx="5176935" cy="38827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0292640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4CAD16F-0604-D59B-C95D-DE58CA05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55" y="1268400"/>
            <a:ext cx="8117633" cy="1418819"/>
          </a:xfrm>
        </p:spPr>
        <p:txBody>
          <a:bodyPr>
            <a:normAutofit/>
          </a:bodyPr>
          <a:lstStyle/>
          <a:p>
            <a:pPr algn="ctr"/>
            <a:r>
              <a:rPr lang="bg-BG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Благодаря за вниманието!</a:t>
            </a:r>
          </a:p>
        </p:txBody>
      </p:sp>
      <p:sp>
        <p:nvSpPr>
          <p:cNvPr id="3" name="Заглавие 1">
            <a:extLst>
              <a:ext uri="{FF2B5EF4-FFF2-40B4-BE49-F238E27FC236}">
                <a16:creationId xmlns:a16="http://schemas.microsoft.com/office/drawing/2014/main" id="{A61599AC-FBE9-4986-BE7F-9B494D783E83}"/>
              </a:ext>
            </a:extLst>
          </p:cNvPr>
          <p:cNvSpPr txBox="1">
            <a:spLocks/>
          </p:cNvSpPr>
          <p:nvPr/>
        </p:nvSpPr>
        <p:spPr>
          <a:xfrm>
            <a:off x="687355" y="3703690"/>
            <a:ext cx="8117633" cy="1418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cap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Следва демонстрация...</a:t>
            </a:r>
          </a:p>
        </p:txBody>
      </p:sp>
    </p:spTree>
    <p:extLst>
      <p:ext uri="{BB962C8B-B14F-4D97-AF65-F5344CB8AC3E}">
        <p14:creationId xmlns:p14="http://schemas.microsoft.com/office/powerpoint/2010/main" val="278175414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245</Words>
  <Application>Microsoft Office PowerPoint</Application>
  <PresentationFormat>Widescreen</PresentationFormat>
  <Paragraphs>51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Уеб приложение за конвертиране на мерни единици</vt:lpstr>
      <vt:lpstr>Проблем</vt:lpstr>
      <vt:lpstr>Съществуващи решения</vt:lpstr>
      <vt:lpstr>Цели и задачи</vt:lpstr>
      <vt:lpstr>Функционални изисквания</vt:lpstr>
      <vt:lpstr>Етапи на проектиране</vt:lpstr>
      <vt:lpstr>Диаграми на случаите на употреба</vt:lpstr>
      <vt:lpstr>PowerPoint Presentation</vt:lpstr>
      <vt:lpstr>Диаграми на дейностите</vt:lpstr>
      <vt:lpstr>PowerPoint Presentation</vt:lpstr>
      <vt:lpstr>Диаграма на последователностите</vt:lpstr>
      <vt:lpstr>Избор на технологии</vt:lpstr>
      <vt:lpstr>Архитектура</vt:lpstr>
      <vt:lpstr>Модел на базата от данни</vt:lpstr>
      <vt:lpstr>Бъдещи планове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Уеб приложение за конвертиране на мерни единици</dc:title>
  <dc:creator>Влади Цанева</dc:creator>
  <cp:lastModifiedBy>Freaky Geeky</cp:lastModifiedBy>
  <cp:revision>62</cp:revision>
  <dcterms:created xsi:type="dcterms:W3CDTF">2025-06-11T09:33:54Z</dcterms:created>
  <dcterms:modified xsi:type="dcterms:W3CDTF">2025-06-24T08:08:07Z</dcterms:modified>
</cp:coreProperties>
</file>